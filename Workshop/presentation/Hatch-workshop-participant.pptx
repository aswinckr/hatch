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4008116734782" /><Relationship Type="http://schemas.openxmlformats.org/officeDocument/2006/relationships/extended-properties" Target="/docProps/app.xml" Id="Re797a7ea956e45a5" /><Relationship Type="http://schemas.openxmlformats.org/officeDocument/2006/relationships/officeDocument" Target="/ppt/presentation.xml" Id="R81329b45c8ce446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6b9a408ec924b2e"/>
  </p:sldMasterIdLst>
  <p:notesMasterIdLst>
    <p:notesMasterId xmlns:r="http://schemas.openxmlformats.org/officeDocument/2006/relationships" r:id="Re6ce5c890fa14ec0"/>
  </p:notesMasterIdLst>
  <p:sldIdLst>
    <p:sldId xmlns:r="http://schemas.openxmlformats.org/officeDocument/2006/relationships" id="256" r:id="Rd6e183ecbd4f4470"/>
    <p:sldId xmlns:r="http://schemas.openxmlformats.org/officeDocument/2006/relationships" id="257" r:id="R94a77cddd8a84690"/>
    <p:sldId xmlns:r="http://schemas.openxmlformats.org/officeDocument/2006/relationships" id="258" r:id="R24c14e4400744e49"/>
    <p:sldId xmlns:r="http://schemas.openxmlformats.org/officeDocument/2006/relationships" id="259" r:id="R3fbeabedcde5418d"/>
    <p:sldId xmlns:r="http://schemas.openxmlformats.org/officeDocument/2006/relationships" id="260" r:id="Ra996653f08224ab7"/>
    <p:sldId xmlns:r="http://schemas.openxmlformats.org/officeDocument/2006/relationships" id="261" r:id="Re5bcb7f140a4425a"/>
    <p:sldId xmlns:r="http://schemas.openxmlformats.org/officeDocument/2006/relationships" id="262" r:id="R3b584f58245e49f0"/>
    <p:sldId xmlns:r="http://schemas.openxmlformats.org/officeDocument/2006/relationships" id="263" r:id="Rdc15235d1b754e81"/>
    <p:sldId xmlns:r="http://schemas.openxmlformats.org/officeDocument/2006/relationships" id="264" r:id="Rd3082e1b27c841b5"/>
    <p:sldId xmlns:r="http://schemas.openxmlformats.org/officeDocument/2006/relationships" id="265" r:id="Rf5ffe893133542d0"/>
    <p:sldId xmlns:r="http://schemas.openxmlformats.org/officeDocument/2006/relationships" id="266" r:id="R9d7e847749f44e53"/>
    <p:sldId xmlns:r="http://schemas.openxmlformats.org/officeDocument/2006/relationships" id="267" r:id="R4d9fcfe663d949a8"/>
    <p:sldId xmlns:r="http://schemas.openxmlformats.org/officeDocument/2006/relationships" id="268" r:id="Re46609958d364ccd"/>
    <p:sldId xmlns:r="http://schemas.openxmlformats.org/officeDocument/2006/relationships" id="269" r:id="Ra70078da01624254"/>
    <p:sldId xmlns:r="http://schemas.openxmlformats.org/officeDocument/2006/relationships" id="270" r:id="Rbedc83c242444a79"/>
    <p:sldId xmlns:r="http://schemas.openxmlformats.org/officeDocument/2006/relationships" id="271" r:id="Raad087bac3c0498e"/>
    <p:sldId xmlns:r="http://schemas.openxmlformats.org/officeDocument/2006/relationships" id="272" r:id="R6ca4a52a97f34db6"/>
    <p:sldId xmlns:r="http://schemas.openxmlformats.org/officeDocument/2006/relationships" id="273" r:id="R3883fcec554e40a6"/>
    <p:sldId xmlns:r="http://schemas.openxmlformats.org/officeDocument/2006/relationships" id="274" r:id="Rb07001c8345f4d21"/>
    <p:sldId xmlns:r="http://schemas.openxmlformats.org/officeDocument/2006/relationships" id="275" r:id="R92fdd4f6b8254046"/>
    <p:sldId xmlns:r="http://schemas.openxmlformats.org/officeDocument/2006/relationships" id="276" r:id="R2667f2915ab042f0"/>
    <p:sldId xmlns:r="http://schemas.openxmlformats.org/officeDocument/2006/relationships" id="277" r:id="Rf501aee0324c407f"/>
    <p:sldId xmlns:r="http://schemas.openxmlformats.org/officeDocument/2006/relationships" id="278" r:id="R1a54362420fc4ab4"/>
    <p:sldId xmlns:r="http://schemas.openxmlformats.org/officeDocument/2006/relationships" id="279" r:id="R669ce321337e4e4b"/>
    <p:sldId xmlns:r="http://schemas.openxmlformats.org/officeDocument/2006/relationships" id="280" r:id="R481b09ef948f43f4"/>
    <p:sldId xmlns:r="http://schemas.openxmlformats.org/officeDocument/2006/relationships" id="281" r:id="R73e0e7f03b5a4cd3"/>
    <p:sldId xmlns:r="http://schemas.openxmlformats.org/officeDocument/2006/relationships" id="282" r:id="R3360b0c88b234a67"/>
    <p:sldId xmlns:r="http://schemas.openxmlformats.org/officeDocument/2006/relationships" id="283" r:id="R60a5f0d2142f4509"/>
    <p:sldId xmlns:r="http://schemas.openxmlformats.org/officeDocument/2006/relationships" id="284" r:id="R4d7ff1de5af24ee8"/>
    <p:sldId xmlns:r="http://schemas.openxmlformats.org/officeDocument/2006/relationships" id="285" r:id="R3dda76a2886f496d"/>
    <p:sldId xmlns:r="http://schemas.openxmlformats.org/officeDocument/2006/relationships" id="286" r:id="Rec58b2bcc0f64ee2"/>
    <p:sldId xmlns:r="http://schemas.openxmlformats.org/officeDocument/2006/relationships" id="287" r:id="R24f60e09bec54cec"/>
    <p:sldId xmlns:r="http://schemas.openxmlformats.org/officeDocument/2006/relationships" id="288" r:id="R4fa0eea71bb74458"/>
    <p:sldId xmlns:r="http://schemas.openxmlformats.org/officeDocument/2006/relationships" id="289" r:id="R9736d6d2cf954140"/>
    <p:sldId xmlns:r="http://schemas.openxmlformats.org/officeDocument/2006/relationships" id="290" r:id="Re9cff55b978a4319"/>
    <p:sldId xmlns:r="http://schemas.openxmlformats.org/officeDocument/2006/relationships" id="291" r:id="R53d53b370ae840b3"/>
    <p:sldId xmlns:r="http://schemas.openxmlformats.org/officeDocument/2006/relationships" id="292" r:id="R30766388dbf74cd7"/>
    <p:sldId xmlns:r="http://schemas.openxmlformats.org/officeDocument/2006/relationships" id="293" r:id="R3af9ba2fcb0f48f5"/>
    <p:sldId xmlns:r="http://schemas.openxmlformats.org/officeDocument/2006/relationships" id="294" r:id="Rfbdc7320de1947c7"/>
    <p:sldId xmlns:r="http://schemas.openxmlformats.org/officeDocument/2006/relationships" id="295" r:id="Re2b7b6f7e30248e6"/>
    <p:sldId xmlns:r="http://schemas.openxmlformats.org/officeDocument/2006/relationships" id="296" r:id="R6f260c7f93db4c96"/>
    <p:sldId xmlns:r="http://schemas.openxmlformats.org/officeDocument/2006/relationships" id="297" r:id="R271dd6a83a0f42e7"/>
    <p:sldId xmlns:r="http://schemas.openxmlformats.org/officeDocument/2006/relationships" id="298" r:id="R81607699d70d4fbe"/>
    <p:sldId xmlns:r="http://schemas.openxmlformats.org/officeDocument/2006/relationships" id="299" r:id="Rc2c745aaa4e042c7"/>
    <p:sldId xmlns:r="http://schemas.openxmlformats.org/officeDocument/2006/relationships" id="300" r:id="R883dc2c96a804a19"/>
    <p:sldId xmlns:r="http://schemas.openxmlformats.org/officeDocument/2006/relationships" id="301" r:id="R80aeafa8f2bb424f"/>
    <p:sldId xmlns:r="http://schemas.openxmlformats.org/officeDocument/2006/relationships" id="302" r:id="R1ca36f2089a84775"/>
    <p:sldId xmlns:r="http://schemas.openxmlformats.org/officeDocument/2006/relationships" id="303" r:id="R41abfe50c17d4c1c"/>
    <p:sldId xmlns:r="http://schemas.openxmlformats.org/officeDocument/2006/relationships" id="304" r:id="R897f89f134a04dac"/>
    <p:sldId xmlns:r="http://schemas.openxmlformats.org/officeDocument/2006/relationships" id="305" r:id="R57dddf6ec2f84cd9"/>
    <p:sldId xmlns:r="http://schemas.openxmlformats.org/officeDocument/2006/relationships" id="306" r:id="R0dc59e2e2dfd479b"/>
  </p:sldIdLst>
  <p:sldSz cx="9144000" cy="5143500"/>
  <p:notesSz cx="6858000" cy="9144000"/>
  <p:embeddedFontLst>
    <p:embeddedFont>
      <p:font typeface="Instrument Serif"/>
      <p:regular xmlns:r="http://schemas.openxmlformats.org/officeDocument/2006/relationships" r:id="R459da6f8da12494b"/>
      <p:italic xmlns:r="http://schemas.openxmlformats.org/officeDocument/2006/relationships" r:id="R2c27a19b56a9488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a8ebcca754d10" /><Relationship Type="http://schemas.openxmlformats.org/officeDocument/2006/relationships/slideMaster" Target="/ppt/slideMasters/slideMaster1.xml" Id="Ra6b9a408ec924b2e" /><Relationship Type="http://schemas.openxmlformats.org/officeDocument/2006/relationships/notesMaster" Target="/ppt/notesMasters/notesMaster1.xml" Id="Re6ce5c890fa14ec0" /><Relationship Type="http://schemas.openxmlformats.org/officeDocument/2006/relationships/presProps" Target="/ppt/presProps.xml" Id="R49e4b93d82f34b1c" /><Relationship Type="http://schemas.openxmlformats.org/officeDocument/2006/relationships/viewProps" Target="/ppt/viewProps.xml" Id="R226af8a6394e4165" /><Relationship Type="http://schemas.openxmlformats.org/officeDocument/2006/relationships/tableStyles" Target="/ppt/tableStyles.xml" Id="Rb42a77c1d5454d29" /><Relationship Type="http://schemas.openxmlformats.org/officeDocument/2006/relationships/font" Target="/ppt/fonts/font.dat" Id="R459da6f8da12494b" /><Relationship Type="http://schemas.openxmlformats.org/officeDocument/2006/relationships/font" Target="/ppt/fonts/font2.dat" Id="R2c27a19b56a9488e" /><Relationship Type="http://schemas.openxmlformats.org/officeDocument/2006/relationships/slide" Target="/ppt/slides/slide1.xml" Id="Rd6e183ecbd4f4470" /><Relationship Type="http://schemas.openxmlformats.org/officeDocument/2006/relationships/slide" Target="/ppt/slides/slide2.xml" Id="R94a77cddd8a84690" /><Relationship Type="http://schemas.openxmlformats.org/officeDocument/2006/relationships/slide" Target="/ppt/slides/slide3.xml" Id="R24c14e4400744e49" /><Relationship Type="http://schemas.openxmlformats.org/officeDocument/2006/relationships/slide" Target="/ppt/slides/slide4.xml" Id="R3fbeabedcde5418d" /><Relationship Type="http://schemas.openxmlformats.org/officeDocument/2006/relationships/slide" Target="/ppt/slides/slide5.xml" Id="Ra996653f08224ab7" /><Relationship Type="http://schemas.openxmlformats.org/officeDocument/2006/relationships/slide" Target="/ppt/slides/slide6.xml" Id="Re5bcb7f140a4425a" /><Relationship Type="http://schemas.openxmlformats.org/officeDocument/2006/relationships/slide" Target="/ppt/slides/slide7.xml" Id="R3b584f58245e49f0" /><Relationship Type="http://schemas.openxmlformats.org/officeDocument/2006/relationships/slide" Target="/ppt/slides/slide8.xml" Id="Rdc15235d1b754e81" /><Relationship Type="http://schemas.openxmlformats.org/officeDocument/2006/relationships/slide" Target="/ppt/slides/slide9.xml" Id="Rd3082e1b27c841b5" /><Relationship Type="http://schemas.openxmlformats.org/officeDocument/2006/relationships/slide" Target="/ppt/slides/slide10.xml" Id="Rf5ffe893133542d0" /><Relationship Type="http://schemas.openxmlformats.org/officeDocument/2006/relationships/slide" Target="/ppt/slides/slide11.xml" Id="R9d7e847749f44e53" /><Relationship Type="http://schemas.openxmlformats.org/officeDocument/2006/relationships/slide" Target="/ppt/slides/slide12.xml" Id="R4d9fcfe663d949a8" /><Relationship Type="http://schemas.openxmlformats.org/officeDocument/2006/relationships/slide" Target="/ppt/slides/slide13.xml" Id="Re46609958d364ccd" /><Relationship Type="http://schemas.openxmlformats.org/officeDocument/2006/relationships/slide" Target="/ppt/slides/slide14.xml" Id="Ra70078da01624254" /><Relationship Type="http://schemas.openxmlformats.org/officeDocument/2006/relationships/slide" Target="/ppt/slides/slide15.xml" Id="Rbedc83c242444a79" /><Relationship Type="http://schemas.openxmlformats.org/officeDocument/2006/relationships/slide" Target="/ppt/slides/slide16.xml" Id="Raad087bac3c0498e" /><Relationship Type="http://schemas.openxmlformats.org/officeDocument/2006/relationships/slide" Target="/ppt/slides/slide17.xml" Id="R6ca4a52a97f34db6" /><Relationship Type="http://schemas.openxmlformats.org/officeDocument/2006/relationships/slide" Target="/ppt/slides/slide18.xml" Id="R3883fcec554e40a6" /><Relationship Type="http://schemas.openxmlformats.org/officeDocument/2006/relationships/slide" Target="/ppt/slides/slide19.xml" Id="Rb07001c8345f4d21" /><Relationship Type="http://schemas.openxmlformats.org/officeDocument/2006/relationships/slide" Target="/ppt/slides/slide20.xml" Id="R92fdd4f6b8254046" /><Relationship Type="http://schemas.openxmlformats.org/officeDocument/2006/relationships/slide" Target="/ppt/slides/slide21.xml" Id="R2667f2915ab042f0" /><Relationship Type="http://schemas.openxmlformats.org/officeDocument/2006/relationships/slide" Target="/ppt/slides/slide22.xml" Id="Rf501aee0324c407f" /><Relationship Type="http://schemas.openxmlformats.org/officeDocument/2006/relationships/slide" Target="/ppt/slides/slide23.xml" Id="R1a54362420fc4ab4" /><Relationship Type="http://schemas.openxmlformats.org/officeDocument/2006/relationships/slide" Target="/ppt/slides/slide24.xml" Id="R669ce321337e4e4b" /><Relationship Type="http://schemas.openxmlformats.org/officeDocument/2006/relationships/slide" Target="/ppt/slides/slide25.xml" Id="R481b09ef948f43f4" /><Relationship Type="http://schemas.openxmlformats.org/officeDocument/2006/relationships/slide" Target="/ppt/slides/slide26.xml" Id="R73e0e7f03b5a4cd3" /><Relationship Type="http://schemas.openxmlformats.org/officeDocument/2006/relationships/slide" Target="/ppt/slides/slide27.xml" Id="R3360b0c88b234a67" /><Relationship Type="http://schemas.openxmlformats.org/officeDocument/2006/relationships/slide" Target="/ppt/slides/slide28.xml" Id="R60a5f0d2142f4509" /><Relationship Type="http://schemas.openxmlformats.org/officeDocument/2006/relationships/slide" Target="/ppt/slides/slide29.xml" Id="R4d7ff1de5af24ee8" /><Relationship Type="http://schemas.openxmlformats.org/officeDocument/2006/relationships/slide" Target="/ppt/slides/slide30.xml" Id="R3dda76a2886f496d" /><Relationship Type="http://schemas.openxmlformats.org/officeDocument/2006/relationships/slide" Target="/ppt/slides/slide31.xml" Id="Rec58b2bcc0f64ee2" /><Relationship Type="http://schemas.openxmlformats.org/officeDocument/2006/relationships/slide" Target="/ppt/slides/slide32.xml" Id="R24f60e09bec54cec" /><Relationship Type="http://schemas.openxmlformats.org/officeDocument/2006/relationships/slide" Target="/ppt/slides/slide33.xml" Id="R4fa0eea71bb74458" /><Relationship Type="http://schemas.openxmlformats.org/officeDocument/2006/relationships/slide" Target="/ppt/slides/slide34.xml" Id="R9736d6d2cf954140" /><Relationship Type="http://schemas.openxmlformats.org/officeDocument/2006/relationships/slide" Target="/ppt/slides/slide35.xml" Id="Re9cff55b978a4319" /><Relationship Type="http://schemas.openxmlformats.org/officeDocument/2006/relationships/slide" Target="/ppt/slides/slide36.xml" Id="R53d53b370ae840b3" /><Relationship Type="http://schemas.openxmlformats.org/officeDocument/2006/relationships/slide" Target="/ppt/slides/slide37.xml" Id="R30766388dbf74cd7" /><Relationship Type="http://schemas.openxmlformats.org/officeDocument/2006/relationships/slide" Target="/ppt/slides/slide38.xml" Id="R3af9ba2fcb0f48f5" /><Relationship Type="http://schemas.openxmlformats.org/officeDocument/2006/relationships/slide" Target="/ppt/slides/slide39.xml" Id="Rfbdc7320de1947c7" /><Relationship Type="http://schemas.openxmlformats.org/officeDocument/2006/relationships/slide" Target="/ppt/slides/slide40.xml" Id="Re2b7b6f7e30248e6" /><Relationship Type="http://schemas.openxmlformats.org/officeDocument/2006/relationships/slide" Target="/ppt/slides/slide41.xml" Id="R6f260c7f93db4c96" /><Relationship Type="http://schemas.openxmlformats.org/officeDocument/2006/relationships/slide" Target="/ppt/slides/slide42.xml" Id="R271dd6a83a0f42e7" /><Relationship Type="http://schemas.openxmlformats.org/officeDocument/2006/relationships/slide" Target="/ppt/slides/slide43.xml" Id="R81607699d70d4fbe" /><Relationship Type="http://schemas.openxmlformats.org/officeDocument/2006/relationships/slide" Target="/ppt/slides/slide44.xml" Id="Rc2c745aaa4e042c7" /><Relationship Type="http://schemas.openxmlformats.org/officeDocument/2006/relationships/slide" Target="/ppt/slides/slide45.xml" Id="R883dc2c96a804a19" /><Relationship Type="http://schemas.openxmlformats.org/officeDocument/2006/relationships/slide" Target="/ppt/slides/slide46.xml" Id="R80aeafa8f2bb424f" /><Relationship Type="http://schemas.openxmlformats.org/officeDocument/2006/relationships/slide" Target="/ppt/slides/slide47.xml" Id="R1ca36f2089a84775" /><Relationship Type="http://schemas.openxmlformats.org/officeDocument/2006/relationships/slide" Target="/ppt/slides/slide48.xml" Id="R41abfe50c17d4c1c" /><Relationship Type="http://schemas.openxmlformats.org/officeDocument/2006/relationships/slide" Target="/ppt/slides/slide49.xml" Id="R897f89f134a04dac" /><Relationship Type="http://schemas.openxmlformats.org/officeDocument/2006/relationships/slide" Target="/ppt/slides/slide50.xml" Id="R57dddf6ec2f84cd9" /><Relationship Type="http://schemas.openxmlformats.org/officeDocument/2006/relationships/slide" Target="/ppt/slides/slide51.xml" Id="R0dc59e2e2dfd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396b94fc2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74cfdca72480b" /><Relationship Type="http://schemas.openxmlformats.org/officeDocument/2006/relationships/notesMaster" Target="/ppt/notesMasters/notesMaster1.xml" Id="Rd59f3b573ccc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881b1b50349dc" /><Relationship Type="http://schemas.openxmlformats.org/officeDocument/2006/relationships/notesMaster" Target="/ppt/notesMasters/notesMaster1.xml" Id="R9ee8d85818a6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f43706def941b5" /><Relationship Type="http://schemas.openxmlformats.org/officeDocument/2006/relationships/notesMaster" Target="/ppt/notesMasters/notesMaster1.xml" Id="Rc60a4d4d5cd6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4742a266b042ec" /><Relationship Type="http://schemas.openxmlformats.org/officeDocument/2006/relationships/notesMaster" Target="/ppt/notesMasters/notesMaster1.xml" Id="Rbddd4835551842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23710b049a4dd2" /><Relationship Type="http://schemas.openxmlformats.org/officeDocument/2006/relationships/notesMaster" Target="/ppt/notesMasters/notesMaster1.xml" Id="R7a91525d88e846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1afc852cb43f5" /><Relationship Type="http://schemas.openxmlformats.org/officeDocument/2006/relationships/notesMaster" Target="/ppt/notesMasters/notesMaster1.xml" Id="Rc6ee2c9fc6b0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830711ee340b1" /><Relationship Type="http://schemas.openxmlformats.org/officeDocument/2006/relationships/notesMaster" Target="/ppt/notesMasters/notesMaster1.xml" Id="R5fb968c45cff4d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21f80cf67243e1" /><Relationship Type="http://schemas.openxmlformats.org/officeDocument/2006/relationships/notesMaster" Target="/ppt/notesMasters/notesMaster1.xml" Id="R6dbc560b25b14f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ba2f7c83754b0a" /><Relationship Type="http://schemas.openxmlformats.org/officeDocument/2006/relationships/notesMaster" Target="/ppt/notesMasters/notesMaster1.xml" Id="Rfdb723984d1b49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e28f60066a4872" /><Relationship Type="http://schemas.openxmlformats.org/officeDocument/2006/relationships/notesMaster" Target="/ppt/notesMasters/notesMaster1.xml" Id="Rf547b3b4265e47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fcaf79d15b478a" /><Relationship Type="http://schemas.openxmlformats.org/officeDocument/2006/relationships/notesMaster" Target="/ppt/notesMasters/notesMaster1.xml" Id="Ra53f5e4ad380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489693043848f5" /><Relationship Type="http://schemas.openxmlformats.org/officeDocument/2006/relationships/notesMaster" Target="/ppt/notesMasters/notesMaster1.xml" Id="Ra5fc7b7045c94f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26c2d80a2e4364" /><Relationship Type="http://schemas.openxmlformats.org/officeDocument/2006/relationships/notesMaster" Target="/ppt/notesMasters/notesMaster1.xml" Id="R860e400fa9d240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d30c9400df4402" /><Relationship Type="http://schemas.openxmlformats.org/officeDocument/2006/relationships/notesMaster" Target="/ppt/notesMasters/notesMaster1.xml" Id="R145a73c1378546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5214faa6f94fb4" /><Relationship Type="http://schemas.openxmlformats.org/officeDocument/2006/relationships/notesMaster" Target="/ppt/notesMasters/notesMaster1.xml" Id="R6ea7cd4c7ac14e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c68b04f7e240f9" /><Relationship Type="http://schemas.openxmlformats.org/officeDocument/2006/relationships/notesMaster" Target="/ppt/notesMasters/notesMaster1.xml" Id="R5792d786102a4d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a3f4758d834e2f" /><Relationship Type="http://schemas.openxmlformats.org/officeDocument/2006/relationships/notesMaster" Target="/ppt/notesMasters/notesMaster1.xml" Id="Rc5d2ea3408c44d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558ced9f4f442a" /><Relationship Type="http://schemas.openxmlformats.org/officeDocument/2006/relationships/notesMaster" Target="/ppt/notesMasters/notesMaster1.xml" Id="R430f10af00f241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4cd04da1b48c2" /><Relationship Type="http://schemas.openxmlformats.org/officeDocument/2006/relationships/notesMaster" Target="/ppt/notesMasters/notesMaster1.xml" Id="R09b1ad0dc6514d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a47abf30694bb5" /><Relationship Type="http://schemas.openxmlformats.org/officeDocument/2006/relationships/notesMaster" Target="/ppt/notesMasters/notesMaster1.xml" Id="Re3b9c36e0d574a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a31802839047e5" /><Relationship Type="http://schemas.openxmlformats.org/officeDocument/2006/relationships/notesMaster" Target="/ppt/notesMasters/notesMaster1.xml" Id="Re001e28610e845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370d8dba2c47cc" /><Relationship Type="http://schemas.openxmlformats.org/officeDocument/2006/relationships/notesMaster" Target="/ppt/notesMasters/notesMaster1.xml" Id="Rbf009467176445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e2443a81834388" /><Relationship Type="http://schemas.openxmlformats.org/officeDocument/2006/relationships/notesMaster" Target="/ppt/notesMasters/notesMaster1.xml" Id="R6c1c21ed45df49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c03c2e468443a7" /><Relationship Type="http://schemas.openxmlformats.org/officeDocument/2006/relationships/notesMaster" Target="/ppt/notesMasters/notesMaster1.xml" Id="Ra48cd952d5ad4b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5c65728dc54fa3" /><Relationship Type="http://schemas.openxmlformats.org/officeDocument/2006/relationships/notesMaster" Target="/ppt/notesMasters/notesMaster1.xml" Id="R27772efdce5e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844d0e7fc54270" /><Relationship Type="http://schemas.openxmlformats.org/officeDocument/2006/relationships/notesMaster" Target="/ppt/notesMasters/notesMaster1.xml" Id="R8e531fdaccc94d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8cea9008734cc8" /><Relationship Type="http://schemas.openxmlformats.org/officeDocument/2006/relationships/notesMaster" Target="/ppt/notesMasters/notesMaster1.xml" Id="R3337379c504a44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52b0aa66944f64" /><Relationship Type="http://schemas.openxmlformats.org/officeDocument/2006/relationships/notesMaster" Target="/ppt/notesMasters/notesMaster1.xml" Id="Rc85d4bd3d3af49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83183a5381402d" /><Relationship Type="http://schemas.openxmlformats.org/officeDocument/2006/relationships/notesMaster" Target="/ppt/notesMasters/notesMaster1.xml" Id="R76d945e079da4f9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f3c08487a94ece" /><Relationship Type="http://schemas.openxmlformats.org/officeDocument/2006/relationships/notesMaster" Target="/ppt/notesMasters/notesMaster1.xml" Id="R8d0aa8b27e4d434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b07f0eaa87400a" /><Relationship Type="http://schemas.openxmlformats.org/officeDocument/2006/relationships/notesMaster" Target="/ppt/notesMasters/notesMaster1.xml" Id="Rab3d1022935846c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3649d52f4de41f1" /><Relationship Type="http://schemas.openxmlformats.org/officeDocument/2006/relationships/notesMaster" Target="/ppt/notesMasters/notesMaster1.xml" Id="R215fe44f396a48f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15bb6463ede416e" /><Relationship Type="http://schemas.openxmlformats.org/officeDocument/2006/relationships/notesMaster" Target="/ppt/notesMasters/notesMaster1.xml" Id="R80da6c684c284c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9520a939d68439e" /><Relationship Type="http://schemas.openxmlformats.org/officeDocument/2006/relationships/notesMaster" Target="/ppt/notesMasters/notesMaster1.xml" Id="Rbec9ab79f71140c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200d3930ccc469c" /><Relationship Type="http://schemas.openxmlformats.org/officeDocument/2006/relationships/notesMaster" Target="/ppt/notesMasters/notesMaster1.xml" Id="Rb7586b605dc643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d811065787b4288" /><Relationship Type="http://schemas.openxmlformats.org/officeDocument/2006/relationships/notesMaster" Target="/ppt/notesMasters/notesMaster1.xml" Id="Rb9271a97268742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06043090a394994" /><Relationship Type="http://schemas.openxmlformats.org/officeDocument/2006/relationships/notesMaster" Target="/ppt/notesMasters/notesMaster1.xml" Id="R18e3b8937d4447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6fe5ef75a924ce2" /><Relationship Type="http://schemas.openxmlformats.org/officeDocument/2006/relationships/notesMaster" Target="/ppt/notesMasters/notesMaster1.xml" Id="Rb2232a6bdce047f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8e9dbe94c1f4611" /><Relationship Type="http://schemas.openxmlformats.org/officeDocument/2006/relationships/notesMaster" Target="/ppt/notesMasters/notesMaster1.xml" Id="Rd70891274b7d422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f9f2eaef98545e6" /><Relationship Type="http://schemas.openxmlformats.org/officeDocument/2006/relationships/notesMaster" Target="/ppt/notesMasters/notesMaster1.xml" Id="Rc771bdb4a7a444e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aa9e3fcc17c472b" /><Relationship Type="http://schemas.openxmlformats.org/officeDocument/2006/relationships/notesMaster" Target="/ppt/notesMasters/notesMaster1.xml" Id="R4a503f808ae5470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74119bee9d49d4" /><Relationship Type="http://schemas.openxmlformats.org/officeDocument/2006/relationships/notesMaster" Target="/ppt/notesMasters/notesMaster1.xml" Id="R8eb8a3d20428401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593bf6c93b04373" /><Relationship Type="http://schemas.openxmlformats.org/officeDocument/2006/relationships/notesMaster" Target="/ppt/notesMasters/notesMaster1.xml" Id="R2c93a7e226d4441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b9513a6749e4c24" /><Relationship Type="http://schemas.openxmlformats.org/officeDocument/2006/relationships/notesMaster" Target="/ppt/notesMasters/notesMaster1.xml" Id="Rf21d21076c8d4a6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e69fac36b22483a" /><Relationship Type="http://schemas.openxmlformats.org/officeDocument/2006/relationships/notesMaster" Target="/ppt/notesMasters/notesMaster1.xml" Id="Rc48e74aaeefa4a6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8a1839a26e84627" /><Relationship Type="http://schemas.openxmlformats.org/officeDocument/2006/relationships/notesMaster" Target="/ppt/notesMasters/notesMaster1.xml" Id="Rc18436b015834e0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58879091f2a41cf" /><Relationship Type="http://schemas.openxmlformats.org/officeDocument/2006/relationships/notesMaster" Target="/ppt/notesMasters/notesMaster1.xml" Id="R890bd0ca3689495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592f117da65438f" /><Relationship Type="http://schemas.openxmlformats.org/officeDocument/2006/relationships/notesMaster" Target="/ppt/notesMasters/notesMaster1.xml" Id="R573dc588a26b4ec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26a3d2bc239406d" /><Relationship Type="http://schemas.openxmlformats.org/officeDocument/2006/relationships/notesMaster" Target="/ppt/notesMasters/notesMaster1.xml" Id="R02fe000760154de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6df98fad28c4606" /><Relationship Type="http://schemas.openxmlformats.org/officeDocument/2006/relationships/notesMaster" Target="/ppt/notesMasters/notesMaster1.xml" Id="R996b392dc40b4f7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78db6ee33df48d6" /><Relationship Type="http://schemas.openxmlformats.org/officeDocument/2006/relationships/notesMaster" Target="/ppt/notesMasters/notesMaster1.xml" Id="Rc66e8f21e5fd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bc30fe85849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b8022a8c94c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33b70ea2044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b6dd7a7504e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d8b03574147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7f27537847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5b12a3f6c48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c3fb2eb494a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f20926b1447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1fa8a77a846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2376a5ccf4c79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274A779-EB9B-424E-BD46-29D71945EC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B480BFD0-3687-4F10-A9C5-CF84951666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33D8FB7-892D-4E57-A74E-868CAB80EF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62464A95-7E20-42A4-BB2B-AA62A384B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0BC3AD3-CAA0-44CE-A757-7F1E3D4970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200DD2B-29C1-4DAE-9D26-2DC7CDB78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180B2E0-451F-4719-9F19-0FB7909DD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10F3632-181A-422B-B286-761A690025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9078721-1250-499F-ABD3-2F34EA8F1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83E5DA1B-55D9-4A89-8A09-BD365B73F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60296352-2335-4D9F-BB30-F450F2D764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1FBBEF74-1107-4D31-ACE3-4B40FA00E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BF11F542-CE58-4431-99BE-C7DAEECA1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967B9EB-6582-44A3-815E-6665EF0F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0CD5A47D-AED2-4A4C-B785-A3AFD1CD5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D45AF56E-A262-4EF0-8DCF-D260AD246D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41074AF-F5DA-4290-AD3C-F81D2A204E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C0CAD5E5-6EC3-44AF-9789-8025F2626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4F005A3-0AF9-4390-A490-9B9335AA6B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6BCA6FE-615C-48A5-8087-2C2DA160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163D82C6-2EDC-4FC8-A507-41FE3B512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93531D28-6A96-4B2A-B734-48EE0FCA31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BB63507-94DC-4E1E-A350-9F14481CF9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BD4502FF-B888-4B91-AF08-002CBABD17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AE39C6CB-9D78-421E-B297-2D6039731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84EF9E7-0689-42D1-B266-669986895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9472EC4-0EDA-4713-9185-3CA02E08BCD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1F4DDB2-4EEE-4C18-BEBE-CF90D26A6B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A8EF4335-FD0C-4A35-BA7F-CD3657F369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CE30CA8B-1C47-45E5-B6B3-2C5002CF9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a1d0b967b4033" /><Relationship Type="http://schemas.openxmlformats.org/officeDocument/2006/relationships/slideLayout" Target="/ppt/slideLayouts/slideLayout1.xml" Id="R045beae031164ec3" /><Relationship Type="http://schemas.openxmlformats.org/officeDocument/2006/relationships/slideLayout" Target="/ppt/slideLayouts/slideLayout2.xml" Id="Ra1f724f5654d4c01" /><Relationship Type="http://schemas.openxmlformats.org/officeDocument/2006/relationships/slideLayout" Target="/ppt/slideLayouts/slideLayout3.xml" Id="R5a1b0c3fb5094e8e" /><Relationship Type="http://schemas.openxmlformats.org/officeDocument/2006/relationships/slideLayout" Target="/ppt/slideLayouts/slideLayout4.xml" Id="R13ba65e75d81410d" /><Relationship Type="http://schemas.openxmlformats.org/officeDocument/2006/relationships/slideLayout" Target="/ppt/slideLayouts/slideLayout5.xml" Id="R6cbf555979ef46db" /><Relationship Type="http://schemas.openxmlformats.org/officeDocument/2006/relationships/slideLayout" Target="/ppt/slideLayouts/slideLayout6.xml" Id="R8756ef5e58a444e9" /><Relationship Type="http://schemas.openxmlformats.org/officeDocument/2006/relationships/slideLayout" Target="/ppt/slideLayouts/slideLayout7.xml" Id="R287e1c7eeeea4028" /><Relationship Type="http://schemas.openxmlformats.org/officeDocument/2006/relationships/slideLayout" Target="/ppt/slideLayouts/slideLayout8.xml" Id="R1db9e15021de4d96" /><Relationship Type="http://schemas.openxmlformats.org/officeDocument/2006/relationships/slideLayout" Target="/ppt/slideLayouts/slideLayout9.xml" Id="R8d4992a085d6496a" /><Relationship Type="http://schemas.openxmlformats.org/officeDocument/2006/relationships/slideLayout" Target="/ppt/slideLayouts/slideLayout10.xml" Id="R17626ff7165f4af0" /><Relationship Type="http://schemas.openxmlformats.org/officeDocument/2006/relationships/slideLayout" Target="/ppt/slideLayouts/slideLayout11.xml" Id="Re76869690ffa463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8701CDA-ACA4-4E6F-9DE9-267C3562B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strument Serif"/>
              <a:buNone/>
              <a:defRPr sz="2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C9460A59-0941-4FC7-B082-7BF63225E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strument Serif"/>
              <a:buChar char="●"/>
              <a:defRPr sz="1800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○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■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●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○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■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●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○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strument Serif"/>
              <a:buChar char="■"/>
              <a:defRPr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2B1F8A09-6735-4768-B241-17195510A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beae031164ec3"/>
    <p:sldLayoutId xmlns:r="http://schemas.openxmlformats.org/officeDocument/2006/relationships" id="2147483650" r:id="Ra1f724f5654d4c01"/>
    <p:sldLayoutId xmlns:r="http://schemas.openxmlformats.org/officeDocument/2006/relationships" id="2147483651" r:id="R5a1b0c3fb5094e8e"/>
    <p:sldLayoutId xmlns:r="http://schemas.openxmlformats.org/officeDocument/2006/relationships" id="2147483652" r:id="R13ba65e75d81410d"/>
    <p:sldLayoutId xmlns:r="http://schemas.openxmlformats.org/officeDocument/2006/relationships" id="2147483653" r:id="R6cbf555979ef46db"/>
    <p:sldLayoutId xmlns:r="http://schemas.openxmlformats.org/officeDocument/2006/relationships" id="2147483654" r:id="R8756ef5e58a444e9"/>
    <p:sldLayoutId xmlns:r="http://schemas.openxmlformats.org/officeDocument/2006/relationships" id="2147483655" r:id="R287e1c7eeeea4028"/>
    <p:sldLayoutId xmlns:r="http://schemas.openxmlformats.org/officeDocument/2006/relationships" id="2147483656" r:id="R1db9e15021de4d96"/>
    <p:sldLayoutId xmlns:r="http://schemas.openxmlformats.org/officeDocument/2006/relationships" id="2147483657" r:id="R8d4992a085d6496a"/>
    <p:sldLayoutId xmlns:r="http://schemas.openxmlformats.org/officeDocument/2006/relationships" id="2147483658" r:id="R17626ff7165f4af0"/>
    <p:sldLayoutId xmlns:r="http://schemas.openxmlformats.org/officeDocument/2006/relationships" id="2147483659" r:id="Re76869690ffa463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3997938944a5d" /><Relationship Type="http://schemas.openxmlformats.org/officeDocument/2006/relationships/notesSlide" Target="/ppt/notesSlides/notesSlide1.xml" Id="R071b004182bc42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8b3839a3e24aef" /><Relationship Type="http://schemas.openxmlformats.org/officeDocument/2006/relationships/notesSlide" Target="/ppt/notesSlides/notesSlide2.xml" Id="R1136b7c35695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9b3cb1dda74f7b" /><Relationship Type="http://schemas.openxmlformats.org/officeDocument/2006/relationships/notesSlide" Target="/ppt/notesSlides/notesSlide3.xml" Id="R677b27791592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762ee2ec2249a9" /><Relationship Type="http://schemas.openxmlformats.org/officeDocument/2006/relationships/notesSlide" Target="/ppt/notesSlides/notesSlide4.xml" Id="Reb028ce5b586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154f0ee8a646e9" /><Relationship Type="http://schemas.openxmlformats.org/officeDocument/2006/relationships/notesSlide" Target="/ppt/notesSlides/notesSlide5.xml" Id="Rdd0839210506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09d4b10c664c25" /><Relationship Type="http://schemas.openxmlformats.org/officeDocument/2006/relationships/notesSlide" Target="/ppt/notesSlides/notesSlide6.xml" Id="R74d52b027f3043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0370d1802d4a54" /><Relationship Type="http://schemas.openxmlformats.org/officeDocument/2006/relationships/notesSlide" Target="/ppt/notesSlides/notesSlide7.xml" Id="R0960540eb7f748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bf5ca934084b93" /><Relationship Type="http://schemas.openxmlformats.org/officeDocument/2006/relationships/notesSlide" Target="/ppt/notesSlides/notesSlide8.xml" Id="R1e921483da114b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db8341982468a" /><Relationship Type="http://schemas.openxmlformats.org/officeDocument/2006/relationships/notesSlide" Target="/ppt/notesSlides/notesSlide9.xml" Id="R7eab32da030e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f0bc1aeee34564" /><Relationship Type="http://schemas.openxmlformats.org/officeDocument/2006/relationships/notesSlide" Target="/ppt/notesSlides/notesSlide10.xml" Id="Re1261b8ad6e5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4dbd6212e4762" /><Relationship Type="http://schemas.openxmlformats.org/officeDocument/2006/relationships/notesSlide" Target="/ppt/notesSlides/notesSlide11.xml" Id="R5362cb4ed514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98faae452d4035" /><Relationship Type="http://schemas.openxmlformats.org/officeDocument/2006/relationships/notesSlide" Target="/ppt/notesSlides/notesSlide12.xml" Id="R2de5a049999c47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9fb6ab4c704f9a" /><Relationship Type="http://schemas.openxmlformats.org/officeDocument/2006/relationships/image" Target="/ppt/media/image.jpeg" Id="R253c8fa8edaf49bf" /><Relationship Type="http://schemas.openxmlformats.org/officeDocument/2006/relationships/notesSlide" Target="/ppt/notesSlides/notesSlide13.xml" Id="R4a0ffd8050fe45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1e2454d7014c02" /><Relationship Type="http://schemas.openxmlformats.org/officeDocument/2006/relationships/notesSlide" Target="/ppt/notesSlides/notesSlide14.xml" Id="R3faa1a4f1d3341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c57783e1064359" /><Relationship Type="http://schemas.openxmlformats.org/officeDocument/2006/relationships/hyperlink" Target="https://skills.sh/" TargetMode="External" Id="R023f334927ce4a9d" /><Relationship Type="http://schemas.openxmlformats.org/officeDocument/2006/relationships/notesSlide" Target="/ppt/notesSlides/notesSlide15.xml" Id="R2688aa152ad044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d1ac51db2c4e24" /><Relationship Type="http://schemas.openxmlformats.org/officeDocument/2006/relationships/notesSlide" Target="/ppt/notesSlides/notesSlide16.xml" Id="R5f7b00e514104a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42461027274de5" /><Relationship Type="http://schemas.openxmlformats.org/officeDocument/2006/relationships/image" Target="/ppt/media/image2.jpeg" Id="R12479c0ddd794101" /><Relationship Type="http://schemas.openxmlformats.org/officeDocument/2006/relationships/notesSlide" Target="/ppt/notesSlides/notesSlide17.xml" Id="Re0b67bbe1a824e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72b2ca0c5c4334" /><Relationship Type="http://schemas.openxmlformats.org/officeDocument/2006/relationships/notesSlide" Target="/ppt/notesSlides/notesSlide18.xml" Id="R92ee0e1dc02b4f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1cfcf3242744aa" /><Relationship Type="http://schemas.openxmlformats.org/officeDocument/2006/relationships/notesSlide" Target="/ppt/notesSlides/notesSlide19.xml" Id="R399b4bfa858a4d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d3aac6c85348bd" /><Relationship Type="http://schemas.openxmlformats.org/officeDocument/2006/relationships/image" Target="/ppt/media/image3.jpeg" Id="R20593960a5d943f8" /><Relationship Type="http://schemas.openxmlformats.org/officeDocument/2006/relationships/notesSlide" Target="/ppt/notesSlides/notesSlide20.xml" Id="R26d710a9e5054a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60feedfc574abc" /><Relationship Type="http://schemas.openxmlformats.org/officeDocument/2006/relationships/notesSlide" Target="/ppt/notesSlides/notesSlide21.xml" Id="R099fa828acc546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0ca646ef6e47c5" /><Relationship Type="http://schemas.openxmlformats.org/officeDocument/2006/relationships/notesSlide" Target="/ppt/notesSlides/notesSlide22.xml" Id="Rf295424a700844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29d7ab73a44bde" /><Relationship Type="http://schemas.openxmlformats.org/officeDocument/2006/relationships/image" Target="/ppt/media/image.png" Id="R56ca8cf9b7bb46c7" /><Relationship Type="http://schemas.openxmlformats.org/officeDocument/2006/relationships/notesSlide" Target="/ppt/notesSlides/notesSlide23.xml" Id="R3892ee5b365e4c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1384e0eebf48da" /><Relationship Type="http://schemas.openxmlformats.org/officeDocument/2006/relationships/image" Target="/ppt/media/image4.jpeg" Id="R9e9f168d2e4148af" /><Relationship Type="http://schemas.openxmlformats.org/officeDocument/2006/relationships/notesSlide" Target="/ppt/notesSlides/notesSlide24.xml" Id="R10797a894f904b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974235d9f524318" /><Relationship Type="http://schemas.openxmlformats.org/officeDocument/2006/relationships/notesSlide" Target="/ppt/notesSlides/notesSlide25.xml" Id="R73138ae9bb6145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8d70f72c554ba9" /><Relationship Type="http://schemas.openxmlformats.org/officeDocument/2006/relationships/notesSlide" Target="/ppt/notesSlides/notesSlide26.xml" Id="R57c5d98b951043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ed7d1cf13443a5" /><Relationship Type="http://schemas.openxmlformats.org/officeDocument/2006/relationships/notesSlide" Target="/ppt/notesSlides/notesSlide27.xml" Id="Ra826121b3b5a44c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8ce3c7a462463a" /><Relationship Type="http://schemas.openxmlformats.org/officeDocument/2006/relationships/image" Target="/ppt/media/image5.jpeg" Id="Rfb9b8cd1496e4548" /><Relationship Type="http://schemas.openxmlformats.org/officeDocument/2006/relationships/notesSlide" Target="/ppt/notesSlides/notesSlide28.xml" Id="R5c06d7478e6e46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b698513e5f41ff" /><Relationship Type="http://schemas.openxmlformats.org/officeDocument/2006/relationships/notesSlide" Target="/ppt/notesSlides/notesSlide29.xml" Id="Rbda41c98db594a2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12e1557d334856" /><Relationship Type="http://schemas.openxmlformats.org/officeDocument/2006/relationships/notesSlide" Target="/ppt/notesSlides/notesSlide30.xml" Id="Rfcf86ce7aa034f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793be86a14960" /><Relationship Type="http://schemas.openxmlformats.org/officeDocument/2006/relationships/notesSlide" Target="/ppt/notesSlides/notesSlide31.xml" Id="Ra3954e7c3e844e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9766e8b76a4fba" /><Relationship Type="http://schemas.openxmlformats.org/officeDocument/2006/relationships/notesSlide" Target="/ppt/notesSlides/notesSlide32.xml" Id="Rde8e77c31a404c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b8c0789ba84850" /><Relationship Type="http://schemas.openxmlformats.org/officeDocument/2006/relationships/notesSlide" Target="/ppt/notesSlides/notesSlide33.xml" Id="R334be096c591436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92c53324543a8" /><Relationship Type="http://schemas.openxmlformats.org/officeDocument/2006/relationships/notesSlide" Target="/ppt/notesSlides/notesSlide34.xml" Id="R76104eff703b48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f3676f5c288483c" /><Relationship Type="http://schemas.openxmlformats.org/officeDocument/2006/relationships/image" Target="/ppt/media/image6.jpeg" Id="R71feb710381440d0" /><Relationship Type="http://schemas.openxmlformats.org/officeDocument/2006/relationships/notesSlide" Target="/ppt/notesSlides/notesSlide35.xml" Id="Rae0f15b640cf4e2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611306ded8243f6" /><Relationship Type="http://schemas.openxmlformats.org/officeDocument/2006/relationships/image" Target="/ppt/media/image7.jpeg" Id="R354da7902a834189" /><Relationship Type="http://schemas.openxmlformats.org/officeDocument/2006/relationships/notesSlide" Target="/ppt/notesSlides/notesSlide36.xml" Id="R12ba853e20e14d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b037b62f3646fd" /><Relationship Type="http://schemas.openxmlformats.org/officeDocument/2006/relationships/image" Target="/ppt/media/image8.jpeg" Id="R01093a748a894b73" /><Relationship Type="http://schemas.openxmlformats.org/officeDocument/2006/relationships/notesSlide" Target="/ppt/notesSlides/notesSlide37.xml" Id="R6a02d861a3434e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35ca4787764f37" /><Relationship Type="http://schemas.openxmlformats.org/officeDocument/2006/relationships/notesSlide" Target="/ppt/notesSlides/notesSlide38.xml" Id="Rb54e5b0e086d4b0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533750caa3467a" /><Relationship Type="http://schemas.openxmlformats.org/officeDocument/2006/relationships/notesSlide" Target="/ppt/notesSlides/notesSlide39.xml" Id="R6e051dce2e88464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fefddccd3c4fa6" /><Relationship Type="http://schemas.openxmlformats.org/officeDocument/2006/relationships/notesSlide" Target="/ppt/notesSlides/notesSlide40.xml" Id="Redec84ff427648a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457c49b3af4c33" /><Relationship Type="http://schemas.openxmlformats.org/officeDocument/2006/relationships/notesSlide" Target="/ppt/notesSlides/notesSlide41.xml" Id="Re34d6fffcc7a4cb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4243acdae47fa" /><Relationship Type="http://schemas.openxmlformats.org/officeDocument/2006/relationships/notesSlide" Target="/ppt/notesSlides/notesSlide42.xml" Id="R3067e7d43dea456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2f86ab2adf4a69" /><Relationship Type="http://schemas.openxmlformats.org/officeDocument/2006/relationships/notesSlide" Target="/ppt/notesSlides/notesSlide43.xml" Id="R4f41f1c5e4d144a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b1dbf40e464266" /><Relationship Type="http://schemas.openxmlformats.org/officeDocument/2006/relationships/notesSlide" Target="/ppt/notesSlides/notesSlide44.xml" Id="R174834bcae9b4eb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acd56ac1954f36" /><Relationship Type="http://schemas.openxmlformats.org/officeDocument/2006/relationships/notesSlide" Target="/ppt/notesSlides/notesSlide45.xml" Id="R4efb0858127f4b6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8aa3e6aec423e" /><Relationship Type="http://schemas.openxmlformats.org/officeDocument/2006/relationships/notesSlide" Target="/ppt/notesSlides/notesSlide46.xml" Id="Recc6e974891a42b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7e2a601d9e4178" /><Relationship Type="http://schemas.openxmlformats.org/officeDocument/2006/relationships/notesSlide" Target="/ppt/notesSlides/notesSlide47.xml" Id="Re494a893893f408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b4bd9426d342d1" /><Relationship Type="http://schemas.openxmlformats.org/officeDocument/2006/relationships/notesSlide" Target="/ppt/notesSlides/notesSlide48.xml" Id="Rcf8349684acf4a4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62905d023846ff" /><Relationship Type="http://schemas.openxmlformats.org/officeDocument/2006/relationships/notesSlide" Target="/ppt/notesSlides/notesSlide49.xml" Id="R74a5a9c8cb4a41f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1c9b0f1052443a" /><Relationship Type="http://schemas.openxmlformats.org/officeDocument/2006/relationships/notesSlide" Target="/ppt/notesSlides/notesSlide50.xml" Id="Rd6e723ac2a83414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6c9283e9ff41ea" /><Relationship Type="http://schemas.openxmlformats.org/officeDocument/2006/relationships/notesSlide" Target="/ppt/notesSlides/notesSlide51.xml" Id="R490baebb580544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F6E3A654-B381-4A57-8FCF-9E388B0E5B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Hatch 2027</a:t>
            </a:r>
            <a:endParaRPr/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1620414-13BB-4E45-BF98-91D4117014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Building skills that work for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417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4F43662D-5098-4156-AEE0-45C58A8D2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I use</a:t>
            </a:r>
            <a:endParaRPr/>
          </a:p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B5FFD373-9362-4659-A800-C3F3AC4985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Sunlight</a:t>
            </a:r>
            <a:endParaRPr b="1"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>Research, design QA, and recurring analysis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29977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7C235759-9ABD-4D42-B5F4-D03CBEAFE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Research and learning</a:t>
            </a:r>
            <a:endParaRPr b="1"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Creative work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Custom workflows</a:t>
            </a:r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5478721A-CC18-491C-9DB8-FFF519A62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I use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38657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5576A8E9-AF22-476D-B4E4-9EC66CB52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/>
              <a:t>If you had to hire an intern to help you with your job, what would their role be?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5328692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6E5FEAAE-80F8-490B-BCC0-B43992149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About me — TODO</a:t>
            </a:r>
            <a:endParaRPr/>
          </a:p>
        </p:txBody>
      </p:sp>
      <p:sp>
        <p:nvSpPr>
          <p:cNvPr id="78" name="Google Shape;78;p17">
            <a:extLst xmlns:a="http://schemas.openxmlformats.org/drawingml/2006/main">
              <a:ext uri="{FF2B5EF4-FFF2-40B4-BE49-F238E27FC236}">
                <a16:creationId xmlns:a16="http://schemas.microsoft.com/office/drawing/2014/main" id="{27A87A1C-D04D-4AB3-86D6-E3B088A137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07818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63B731D4-DE2C-4830-9D07-0486CBA83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My projects — TODO</a:t>
            </a:r>
            <a:endParaRPr/>
          </a:p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087F2DEE-84E0-420C-8B15-97F18B4C2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66975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8776E269-7898-4493-8C79-3607A9CF1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Agenda</a:t>
            </a:r>
            <a:endParaRPr/>
          </a:p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7255691A-6E13-4E3D-A666-82F759A031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D94806-ABB5-441B-9BBE-308AA7BD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1333500"/>
            <a:ext cx="8520589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Try the tools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a skill through three versions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your next workflow</a:t>
            </a:r>
          </a:p>
        </p:txBody>
      </p:sp>
    </p:spTree>
    <p:extLst>
      <p:ext uri="{BB962C8B-B14F-4D97-AF65-F5344CB8AC3E}">
        <p14:creationId xmlns:p14="http://schemas.microsoft.com/office/powerpoint/2010/main" val="15869005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1F04695-359C-4BAD-A27A-693E5F7EC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 Check</a:t>
            </a:r>
            <a:endParaRPr/>
          </a:p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5D866559-662B-4010-A6B3-901339F15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A laptop, browser, and coding agent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Access to the workshop files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A shared reference and model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37394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9333E0CC-ACDB-4B41-86E5-EEC917CD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Intro to Codex &amp; Claude Code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28388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22">
            <a:extLst xmlns:a="http://schemas.openxmlformats.org/drawingml/2006/main">
              <a:ext uri="{FF2B5EF4-FFF2-40B4-BE49-F238E27FC236}">
                <a16:creationId xmlns:a16="http://schemas.microsoft.com/office/drawing/2014/main" id="{55AF5EFA-5B09-44C2-93D9-39DA7FF6D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working folder and a fresh task</a:t>
            </a:r>
            <a:endParaRPr/>
          </a:p>
        </p:txBody>
      </p:sp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2751718E-2265-493C-ACCB-D2664B2FB7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Your agent works with the files you give it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Preview changes in the browser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Start a fresh task when testing a skill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6311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F79D3769-7CC3-4D06-A56E-1741BF64E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Tools of AI</a:t>
            </a:r>
            <a:endParaRPr/>
          </a:p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A336C1A4-9268-4505-B96D-D5EA35C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150" y="194775"/>
            <a:ext cx="1703400" cy="2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2"/>
            </a:solidFill>
            <a:prstDash val="dot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Instrument Serif"/>
                <a:ea typeface="Instrument Serif"/>
                <a:cs typeface="Instrument Serif"/>
              </a:rPr>
              <a:t>Beginner Friendly</a:t>
            </a:r>
            <a:endParaRPr sz="1200"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4423643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F318C16E-5EF8-4D3D-BE4F-08FEF5B92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Workshop files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github.com/aswinckr/Hatch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3777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25">
            <a:extLst xmlns:a="http://schemas.openxmlformats.org/drawingml/2006/main">
              <a:ext uri="{FF2B5EF4-FFF2-40B4-BE49-F238E27FC236}">
                <a16:creationId xmlns:a16="http://schemas.microsoft.com/office/drawing/2014/main" id="{FDE3BCD4-C377-4C6C-9428-A549BF9C85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Harness enables AI models to take action</a:t>
            </a:r>
            <a:endParaRPr/>
          </a:p>
        </p:txBody>
      </p:sp>
      <p:pic>
        <p:nvPicPr>
          <p:cNvPr id="127" name="Google Shape;125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c8fa8edaf49b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9675" y="1138900"/>
            <a:ext cx="6294077" cy="3542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333239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6">
            <a:extLst xmlns:a="http://schemas.openxmlformats.org/drawingml/2006/main">
              <a:ext uri="{FF2B5EF4-FFF2-40B4-BE49-F238E27FC236}">
                <a16:creationId xmlns:a16="http://schemas.microsoft.com/office/drawing/2014/main" id="{8197ED8A-4B7D-410F-B10A-E77654BE4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are reusable instruction files your agent can read when a task matches</a:t>
            </a:r>
            <a:endParaRPr/>
          </a:p>
        </p:txBody>
      </p:sp>
      <p:sp>
        <p:nvSpPr>
          <p:cNvPr id="131" name="Google Shape;131;p26">
            <a:extLst xmlns:a="http://schemas.openxmlformats.org/drawingml/2006/main">
              <a:ext uri="{FF2B5EF4-FFF2-40B4-BE49-F238E27FC236}">
                <a16:creationId xmlns:a16="http://schemas.microsoft.com/office/drawing/2014/main" id="{EC976F7A-6744-452B-9875-2568C321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5" y="304650"/>
            <a:ext cx="6454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CONCEPT #1</a:t>
            </a:r>
            <a:endParaRPr sz="1800"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10810320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27">
            <a:extLst xmlns:a="http://schemas.openxmlformats.org/drawingml/2006/main">
              <a:ext uri="{FF2B5EF4-FFF2-40B4-BE49-F238E27FC236}">
                <a16:creationId xmlns:a16="http://schemas.microsoft.com/office/drawing/2014/main" id="{F7A7DB91-E7EA-42AC-97A8-D6E2B1E55F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Demo</a:t>
            </a:r>
            <a:endParaRPr/>
          </a:p>
        </p:txBody>
      </p:sp>
      <p:sp>
        <p:nvSpPr>
          <p:cNvPr id="137" name="Google Shape;137;p27">
            <a:extLst xmlns:a="http://schemas.openxmlformats.org/drawingml/2006/main">
              <a:ext uri="{FF2B5EF4-FFF2-40B4-BE49-F238E27FC236}">
                <a16:creationId xmlns:a16="http://schemas.microsoft.com/office/drawing/2014/main" id="{73C95013-6BE8-44C2-B3B4-B56DA565D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u="sng">
                <a:solidFill>
                  <a:schemeClr val="hlink"/>
                </a:solidFill>
                <a:hlinkClick xmlns:r="http://schemas.openxmlformats.org/officeDocument/2006/relationships" r:id="R023f334927ce4a9d"/>
              </a:rPr>
              <a:t>Finding a skill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Installing a skill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Running a skill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03270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28">
            <a:extLst xmlns:a="http://schemas.openxmlformats.org/drawingml/2006/main">
              <a:ext uri="{FF2B5EF4-FFF2-40B4-BE49-F238E27FC236}">
                <a16:creationId xmlns:a16="http://schemas.microsoft.com/office/drawing/2014/main" id="{1983C6AB-50C3-4FFE-AB70-68C6F3C75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Your Turn: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Install </a:t>
            </a:r>
            <a:r>
              <a:t>impeccable skill and redesign the starter site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08751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29">
            <a:extLst xmlns:a="http://schemas.openxmlformats.org/drawingml/2006/main">
              <a:ext uri="{FF2B5EF4-FFF2-40B4-BE49-F238E27FC236}">
                <a16:creationId xmlns:a16="http://schemas.microsoft.com/office/drawing/2014/main" id="{0F328068-7127-4F30-A380-5605F5E02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36345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/>
              <a:t>Subagents can handle a focused task separately</a:t>
            </a:r>
            <a:endParaRPr sz="2900"/>
          </a:p>
        </p:txBody>
      </p:sp>
      <p:pic>
        <p:nvPicPr>
          <p:cNvPr id="152" name="Google Shape;148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79c0ddd79410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2375" y="951387"/>
            <a:ext cx="5219424" cy="2935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9" name="Google Shape;149;p29">
            <a:extLst xmlns:a="http://schemas.openxmlformats.org/drawingml/2006/main">
              <a:ext uri="{FF2B5EF4-FFF2-40B4-BE49-F238E27FC236}">
                <a16:creationId xmlns:a16="http://schemas.microsoft.com/office/drawing/2014/main" id="{1AD7C029-8C51-48D1-82D6-E38EDBB3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5" y="304650"/>
            <a:ext cx="6454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CONCEPT #2</a:t>
            </a:r>
            <a:endParaRPr sz="1800"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9175519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30">
            <a:extLst xmlns:a="http://schemas.openxmlformats.org/drawingml/2006/main">
              <a:ext uri="{FF2B5EF4-FFF2-40B4-BE49-F238E27FC236}">
                <a16:creationId xmlns:a16="http://schemas.microsoft.com/office/drawing/2014/main" id="{A43D4CD7-DEFB-4776-8F65-EA43C709C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Subagents Demo</a:t>
            </a:r>
            <a:endParaRPr/>
          </a:p>
        </p:txBody>
      </p:sp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B31E7B9A-1D52-4C4F-AC0D-8CF96B444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Creating a subagent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Calling a subagent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97910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Google Shape;160;p31">
            <a:extLst xmlns:a="http://schemas.openxmlformats.org/drawingml/2006/main">
              <a:ext uri="{FF2B5EF4-FFF2-40B4-BE49-F238E27FC236}">
                <a16:creationId xmlns:a16="http://schemas.microsoft.com/office/drawing/2014/main" id="{1A74FC78-BAF1-41D0-A70B-3FC4C27D2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79713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Your turn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/>
              <a:t>Review the page from a first-time visitor’s perspective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187834341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ogle Shape;165;p32">
            <a:extLst xmlns:a="http://schemas.openxmlformats.org/drawingml/2006/main">
              <a:ext uri="{FF2B5EF4-FFF2-40B4-BE49-F238E27FC236}">
                <a16:creationId xmlns:a16="http://schemas.microsoft.com/office/drawing/2014/main" id="{1E70BA8C-FF4C-4130-9839-27C399A8B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38220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/>
              <a:t>MCP connects your agent to external tools</a:t>
            </a:r>
            <a:endParaRPr sz="3400"/>
          </a:p>
        </p:txBody>
      </p:sp>
      <p:pic>
        <p:nvPicPr>
          <p:cNvPr id="170" name="Google Shape;166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93960a5d943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075" y="1270237"/>
            <a:ext cx="4354352" cy="2450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7" name="Google Shape;167;p32">
            <a:extLst xmlns:a="http://schemas.openxmlformats.org/drawingml/2006/main">
              <a:ext uri="{FF2B5EF4-FFF2-40B4-BE49-F238E27FC236}">
                <a16:creationId xmlns:a16="http://schemas.microsoft.com/office/drawing/2014/main" id="{59DC87E2-3713-4281-93A2-F1FD7E99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5" y="304650"/>
            <a:ext cx="6454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CONCEPT #3</a:t>
            </a:r>
            <a:endParaRPr sz="1800"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75022433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33">
            <a:extLst xmlns:a="http://schemas.openxmlformats.org/drawingml/2006/main">
              <a:ext uri="{FF2B5EF4-FFF2-40B4-BE49-F238E27FC236}">
                <a16:creationId xmlns:a16="http://schemas.microsoft.com/office/drawing/2014/main" id="{63A7BA3B-20D3-4860-AE9D-F4EF4F9A0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Demo</a:t>
            </a:r>
            <a:endParaRPr/>
          </a:p>
        </p:txBody>
      </p:sp>
      <p:sp>
        <p:nvSpPr>
          <p:cNvPr id="173" name="Google Shape;173;p33">
            <a:extLst xmlns:a="http://schemas.openxmlformats.org/drawingml/2006/main">
              <a:ext uri="{FF2B5EF4-FFF2-40B4-BE49-F238E27FC236}">
                <a16:creationId xmlns:a16="http://schemas.microsoft.com/office/drawing/2014/main" id="{47DE481A-CE47-4ED3-A9C8-AE5211C5E7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Installing an MCP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Running an MCP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681493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Google Shape;178;p34">
            <a:extLst xmlns:a="http://schemas.openxmlformats.org/drawingml/2006/main">
              <a:ext uri="{FF2B5EF4-FFF2-40B4-BE49-F238E27FC236}">
                <a16:creationId xmlns:a16="http://schemas.microsoft.com/office/drawing/2014/main" id="{F3C898F6-BC9F-480F-B342-AF171405D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Your Turn: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Push your impeccable design to figma using MCP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36936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Google Shape;183;p35">
            <a:extLst xmlns:a="http://schemas.openxmlformats.org/drawingml/2006/main">
              <a:ext uri="{FF2B5EF4-FFF2-40B4-BE49-F238E27FC236}">
                <a16:creationId xmlns:a16="http://schemas.microsoft.com/office/drawing/2014/main" id="{20B28F31-2C71-4422-B76D-EF2CB53EE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38220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/>
              <a:t>Commands</a:t>
            </a:r>
            <a:r>
              <a:rPr sz="3400"/>
              <a:t> are ‘/’ triggered workflows</a:t>
            </a:r>
            <a:endParaRPr sz="3400"/>
          </a:p>
        </p:txBody>
      </p:sp>
      <p:pic>
        <p:nvPicPr>
          <p:cNvPr id="188" name="Google Shape;184;p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a8cf9b7bb46c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2250" y="293150"/>
            <a:ext cx="4527000" cy="4557300"/>
          </a:xfrm>
          <a:prstGeom xmlns:a="http://schemas.openxmlformats.org/drawingml/2006/main" prst="roundRect">
            <a:avLst>
              <a:gd name="adj" fmla="val 5266"/>
            </a:avLst>
          </a:prstGeom>
          <a:ln xmlns:a="http://schemas.openxmlformats.org/drawingml/2006/main">
            <a:noFill/>
          </a:ln>
        </p:spPr>
      </p:pic>
      <p:sp>
        <p:nvSpPr>
          <p:cNvPr id="185" name="Google Shape;185;p35">
            <a:extLst xmlns:a="http://schemas.openxmlformats.org/drawingml/2006/main">
              <a:ext uri="{FF2B5EF4-FFF2-40B4-BE49-F238E27FC236}">
                <a16:creationId xmlns:a16="http://schemas.microsoft.com/office/drawing/2014/main" id="{A4CF95E6-70CB-4532-84A8-2AF5380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5" y="304650"/>
            <a:ext cx="6454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CONCEPT #4</a:t>
            </a:r>
            <a:endParaRPr sz="1800"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12290545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3" name="Google Shape;190;p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f168d2e4148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275" y="445025"/>
            <a:ext cx="7830698" cy="4404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1" name="Google Shape;191;p36">
            <a:extLst xmlns:a="http://schemas.openxmlformats.org/drawingml/2006/main">
              <a:ext uri="{FF2B5EF4-FFF2-40B4-BE49-F238E27FC236}">
                <a16:creationId xmlns:a16="http://schemas.microsoft.com/office/drawing/2014/main" id="{F613EDD2-8AFC-4DAD-8466-E08689270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/goal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91687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F2DBF80B-E958-4DAB-9C46-33004F190762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490250" y="1966800"/>
            <a:ext cx="2940900" cy="120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/>
              <a:t>Make the page look more premium.</a:t>
            </a:r>
            <a:endParaRPr sz="2900"/>
          </a:p>
        </p:txBody>
      </p:sp>
      <p:sp>
        <p:nvSpPr>
          <p:cNvPr id="197" name="Google Shape;197;p37">
            <a:extLst xmlns:a="http://schemas.openxmlformats.org/drawingml/2006/main">
              <a:ext uri="{FF2B5EF4-FFF2-40B4-BE49-F238E27FC236}">
                <a16:creationId xmlns:a16="http://schemas.microsoft.com/office/drawing/2014/main" id="{0D38AB97-2C06-4F17-86EB-6AD0636A61DE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4572000" y="1627250"/>
            <a:ext cx="4012800" cy="215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810"/>
              <a:t>Make the main action easy to find, then verify that it works</a:t>
            </a:r>
            <a:endParaRPr sz="2810"/>
          </a:p>
        </p:txBody>
      </p:sp>
      <p:sp>
        <p:nvSpPr>
          <p:cNvPr id="198" name="Google Shape;198;p37">
            <a:extLst xmlns:a="http://schemas.openxmlformats.org/drawingml/2006/main">
              <a:ext uri="{FF2B5EF4-FFF2-40B4-BE49-F238E27FC236}">
                <a16:creationId xmlns:a16="http://schemas.microsoft.com/office/drawing/2014/main" id="{66DCA1E9-ACE5-4A6E-B3C2-50DF40C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50" y="1546325"/>
            <a:ext cx="3372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D2746"/>
                </a:solidFill>
                <a:latin typeface="Instrument Serif"/>
                <a:ea typeface="Instrument Serif"/>
                <a:cs typeface="Instrument Serif"/>
              </a:rPr>
              <a:t>Bad Goal</a:t>
            </a:r>
            <a:endParaRPr sz="1800" b="1">
              <a:solidFill>
                <a:srgbClr val="FD2746"/>
              </a:solidFill>
              <a:latin typeface="Instrument Serif"/>
              <a:ea typeface="Instrument Serif"/>
              <a:cs typeface="Instrument Serif"/>
            </a:endParaRPr>
          </a:p>
        </p:txBody>
      </p:sp>
      <p:sp>
        <p:nvSpPr>
          <p:cNvPr id="199" name="Google Shape;199;p37">
            <a:extLst xmlns:a="http://schemas.openxmlformats.org/drawingml/2006/main">
              <a:ext uri="{FF2B5EF4-FFF2-40B4-BE49-F238E27FC236}">
                <a16:creationId xmlns:a16="http://schemas.microsoft.com/office/drawing/2014/main" id="{F957CC45-DA18-4D56-91B4-9A5E7EB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65550"/>
            <a:ext cx="33723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AA84F"/>
                </a:solidFill>
                <a:latin typeface="Instrument Serif"/>
                <a:ea typeface="Instrument Serif"/>
                <a:cs typeface="Instrument Serif"/>
              </a:rPr>
              <a:t>Good</a:t>
            </a:r>
            <a:r>
              <a:rPr sz="1800" b="1">
                <a:solidFill>
                  <a:srgbClr val="6AA84F"/>
                </a:solidFill>
                <a:latin typeface="Instrument Serif"/>
                <a:ea typeface="Instrument Serif"/>
                <a:cs typeface="Instrument Serif"/>
              </a:rPr>
              <a:t> Goal</a:t>
            </a:r>
            <a:endParaRPr sz="1800" b="1">
              <a:solidFill>
                <a:srgbClr val="6AA84F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169073320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04;p38">
            <a:extLst xmlns:a="http://schemas.openxmlformats.org/drawingml/2006/main">
              <a:ext uri="{FF2B5EF4-FFF2-40B4-BE49-F238E27FC236}">
                <a16:creationId xmlns:a16="http://schemas.microsoft.com/office/drawing/2014/main" id="{CE920ABF-A53B-439C-8480-A55E5F874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Goal Demo</a:t>
            </a:r>
            <a:endParaRPr/>
          </a:p>
        </p:txBody>
      </p:sp>
      <p:sp>
        <p:nvSpPr>
          <p:cNvPr id="205" name="Google Shape;205;p38">
            <a:extLst xmlns:a="http://schemas.openxmlformats.org/drawingml/2006/main">
              <a:ext uri="{FF2B5EF4-FFF2-40B4-BE49-F238E27FC236}">
                <a16:creationId xmlns:a16="http://schemas.microsoft.com/office/drawing/2014/main" id="{614A954E-306D-4803-B980-EC94D85912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Writing a test case &amp; setting up a /goal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76188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39">
            <a:extLst xmlns:a="http://schemas.openxmlformats.org/drawingml/2006/main">
              <a:ext uri="{FF2B5EF4-FFF2-40B4-BE49-F238E27FC236}">
                <a16:creationId xmlns:a16="http://schemas.microsoft.com/office/drawing/2014/main" id="{54ECA279-135E-4330-AEC1-EC3F017B5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7948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Your turn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/>
              <a:t>Improve one action, then check it again</a:t>
            </a:r>
            <a:endParaRPr sz="4200"/>
          </a:p>
        </p:txBody>
      </p:sp>
    </p:spTree>
    <p:extLst>
      <p:ext uri="{BB962C8B-B14F-4D97-AF65-F5344CB8AC3E}">
        <p14:creationId xmlns:p14="http://schemas.microsoft.com/office/powerpoint/2010/main" val="130642305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9" name="Google Shape;215;p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b8cd1496e45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150" y="909775"/>
            <a:ext cx="5638298" cy="317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40">
            <a:extLst xmlns:a="http://schemas.openxmlformats.org/drawingml/2006/main">
              <a:ext uri="{FF2B5EF4-FFF2-40B4-BE49-F238E27FC236}">
                <a16:creationId xmlns:a16="http://schemas.microsoft.com/office/drawing/2014/main" id="{3A53A788-845A-4080-8501-554B41EF3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36345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/>
              <a:t>Plugins package skills and tool connections</a:t>
            </a:r>
            <a:endParaRPr sz="2900"/>
          </a:p>
        </p:txBody>
      </p:sp>
      <p:sp>
        <p:nvSpPr>
          <p:cNvPr id="217" name="Google Shape;217;p40">
            <a:extLst xmlns:a="http://schemas.openxmlformats.org/drawingml/2006/main">
              <a:ext uri="{FF2B5EF4-FFF2-40B4-BE49-F238E27FC236}">
                <a16:creationId xmlns:a16="http://schemas.microsoft.com/office/drawing/2014/main" id="{D134527A-C368-4505-8BFF-155F943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75" y="304650"/>
            <a:ext cx="6454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CONCEPT #5</a:t>
            </a:r>
            <a:endParaRPr sz="1800"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</p:spTree>
    <p:extLst>
      <p:ext uri="{BB962C8B-B14F-4D97-AF65-F5344CB8AC3E}">
        <p14:creationId xmlns:p14="http://schemas.microsoft.com/office/powerpoint/2010/main" val="69531074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41">
            <a:extLst xmlns:a="http://schemas.openxmlformats.org/drawingml/2006/main">
              <a:ext uri="{FF2B5EF4-FFF2-40B4-BE49-F238E27FC236}">
                <a16:creationId xmlns:a16="http://schemas.microsoft.com/office/drawing/2014/main" id="{4FB256D3-9C68-4551-93F7-F49611601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Plugin Demo</a:t>
            </a:r>
            <a:endParaRPr/>
          </a:p>
        </p:txBody>
      </p:sp>
      <p:sp>
        <p:nvSpPr>
          <p:cNvPr id="223" name="Google Shape;223;p41">
            <a:extLst xmlns:a="http://schemas.openxmlformats.org/drawingml/2006/main">
              <a:ext uri="{FF2B5EF4-FFF2-40B4-BE49-F238E27FC236}">
                <a16:creationId xmlns:a16="http://schemas.microsoft.com/office/drawing/2014/main" id="{D70746E2-622C-46C4-8ED2-B298CF045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Installing from plugin marketplace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t>Calling a skill from a plugin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17064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42">
            <a:extLst xmlns:a="http://schemas.openxmlformats.org/drawingml/2006/main">
              <a:ext uri="{FF2B5EF4-FFF2-40B4-BE49-F238E27FC236}">
                <a16:creationId xmlns:a16="http://schemas.microsoft.com/office/drawing/2014/main" id="{9A152F36-D6EB-4761-9B92-08F1689C3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7948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Your turn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200"/>
              <a:t>Give one animation a useful job</a:t>
            </a:r>
            <a:endParaRPr sz="4200"/>
          </a:p>
        </p:txBody>
      </p:sp>
    </p:spTree>
    <p:extLst>
      <p:ext uri="{BB962C8B-B14F-4D97-AF65-F5344CB8AC3E}">
        <p14:creationId xmlns:p14="http://schemas.microsoft.com/office/powerpoint/2010/main" val="182718069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" name="Google Shape;233;p43">
            <a:extLst xmlns:a="http://schemas.openxmlformats.org/drawingml/2006/main">
              <a:ext uri="{FF2B5EF4-FFF2-40B4-BE49-F238E27FC236}">
                <a16:creationId xmlns:a16="http://schemas.microsoft.com/office/drawing/2014/main" id="{0464C296-2362-405B-B537-D300DD450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Introduction To Skills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377308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44">
            <a:extLst xmlns:a="http://schemas.openxmlformats.org/drawingml/2006/main">
              <a:ext uri="{FF2B5EF4-FFF2-40B4-BE49-F238E27FC236}">
                <a16:creationId xmlns:a16="http://schemas.microsoft.com/office/drawing/2014/main" id="{E90C4EE9-F9BD-4655-B145-2941EE5B69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We just did a few things…</a:t>
            </a:r>
            <a:endParaRPr/>
          </a:p>
        </p:txBody>
      </p:sp>
      <p:sp>
        <p:nvSpPr>
          <p:cNvPr id="239" name="Google Shape;239;p44">
            <a:extLst xmlns:a="http://schemas.openxmlformats.org/drawingml/2006/main">
              <a:ext uri="{FF2B5EF4-FFF2-40B4-BE49-F238E27FC236}">
                <a16:creationId xmlns:a16="http://schemas.microsoft.com/office/drawing/2014/main" id="{EAB663C7-6BD3-4C5A-830D-88F7AEBD8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>You used a skill to change a page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>You reviewed the result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>Now you will teach your own process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998206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Google Shape;244;p45">
            <a:extLst xmlns:a="http://schemas.openxmlformats.org/drawingml/2006/main">
              <a:ext uri="{FF2B5EF4-FFF2-40B4-BE49-F238E27FC236}">
                <a16:creationId xmlns:a16="http://schemas.microsoft.com/office/drawing/2014/main" id="{E4B8BA55-4ED1-4DB0-9705-42F6BEA79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676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/>
              <a:t>Which task would you teach a skill?</a:t>
            </a:r>
            <a:endParaRPr sz="2600"/>
          </a:p>
        </p:txBody>
      </p:sp>
    </p:spTree>
    <p:extLst>
      <p:ext uri="{BB962C8B-B14F-4D97-AF65-F5344CB8AC3E}">
        <p14:creationId xmlns:p14="http://schemas.microsoft.com/office/powerpoint/2010/main" val="130234513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Google Shape;249;p46">
            <a:extLst xmlns:a="http://schemas.openxmlformats.org/drawingml/2006/main">
              <a:ext uri="{FF2B5EF4-FFF2-40B4-BE49-F238E27FC236}">
                <a16:creationId xmlns:a16="http://schemas.microsoft.com/office/drawing/2014/main" id="{86B89E4E-C755-4F6D-A281-3613798C78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Productizing yourself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346498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254;p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eb710381440d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225" y="152400"/>
            <a:ext cx="8597562" cy="4838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766944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259;p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da7902a8341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325" y="212675"/>
            <a:ext cx="8383375" cy="471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769090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49">
            <a:extLst xmlns:a="http://schemas.openxmlformats.org/drawingml/2006/main">
              <a:ext uri="{FF2B5EF4-FFF2-40B4-BE49-F238E27FC236}">
                <a16:creationId xmlns:a16="http://schemas.microsoft.com/office/drawing/2014/main" id="{C79FC424-5A96-4CA4-9DE9-C81BB1F1F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Anatomy of a Skill File</a:t>
            </a:r>
            <a:endParaRPr/>
          </a:p>
        </p:txBody>
      </p:sp>
      <p:pic>
        <p:nvPicPr>
          <p:cNvPr id="276" name="Google Shape;265;p4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093a748a894b73">
            <a:alphaModFix/>
          </a:blip>
          <a:srcRect xmlns:a="http://schemas.openxmlformats.org/drawingml/2006/main" l="25700" t="11618" r="25700" b="20081"/>
          <a:stretch xmlns:a="http://schemas.openxmlformats.org/drawingml/2006/main"/>
        </p:blipFill>
        <p:spPr>
          <a:xfrm xmlns:a="http://schemas.openxmlformats.org/drawingml/2006/main">
            <a:off x="2806000" y="1183375"/>
            <a:ext cx="3669626" cy="2902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77" name="Google Shape;266;p49"/>
          <p:cNvCxnSpPr>
            <a:endCxn xmlns:a="http://schemas.openxmlformats.org/drawingml/2006/main" id="267" idx="3"/>
          </p:cNvCxnSpPr>
          <p:nvPr/>
        </p:nvCxnSpPr>
        <p:spPr>
          <a:xfrm xmlns:a="http://schemas.openxmlformats.org/drawingml/2006/main" rot="10800000">
            <a:off x="1995300" y="2471550"/>
            <a:ext cx="1031700" cy="19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67" name="Google Shape;267;p49">
            <a:extLst xmlns:a="http://schemas.openxmlformats.org/drawingml/2006/main">
              <a:ext uri="{FF2B5EF4-FFF2-40B4-BE49-F238E27FC236}">
                <a16:creationId xmlns:a16="http://schemas.microsoft.com/office/drawing/2014/main" id="{7C9128C3-6C3D-4646-A108-32507E87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00" y="2271450"/>
            <a:ext cx="16074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instructions / workflow</a:t>
            </a:r>
            <a:endParaRPr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  <p:sp>
        <p:nvSpPr>
          <p:cNvPr id="268" name="Google Shape;268;p49">
            <a:extLst xmlns:a="http://schemas.openxmlformats.org/drawingml/2006/main">
              <a:ext uri="{FF2B5EF4-FFF2-40B4-BE49-F238E27FC236}">
                <a16:creationId xmlns:a16="http://schemas.microsoft.com/office/drawing/2014/main" id="{B3D34C24-3871-4561-BAD7-56A279E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00" y="3243775"/>
            <a:ext cx="16074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repeatable automations</a:t>
            </a:r>
            <a:endParaRPr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  <p:cxnSp>
        <p:nvCxnSpPr>
          <p:cNvPr id="280" name="Google Shape;269;p49"/>
          <p:cNvCxnSpPr>
            <a:endCxn xmlns:a="http://schemas.openxmlformats.org/drawingml/2006/main" id="268" idx="3"/>
          </p:cNvCxnSpPr>
          <p:nvPr/>
        </p:nvCxnSpPr>
        <p:spPr>
          <a:xfrm xmlns:a="http://schemas.openxmlformats.org/drawingml/2006/main" rot="10800000">
            <a:off x="1995300" y="3443875"/>
            <a:ext cx="1031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70" name="Google Shape;270;p49">
            <a:extLst xmlns:a="http://schemas.openxmlformats.org/drawingml/2006/main">
              <a:ext uri="{FF2B5EF4-FFF2-40B4-BE49-F238E27FC236}">
                <a16:creationId xmlns:a16="http://schemas.microsoft.com/office/drawing/2014/main" id="{60297735-40DD-4B98-ABF5-EDD8D59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375" y="2271450"/>
            <a:ext cx="215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deeper docs, examples, API notes</a:t>
            </a:r>
            <a:endParaRPr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  <p:cxnSp>
        <p:nvCxnSpPr>
          <p:cNvPr id="282" name="Google Shape;271;p49"/>
          <p:cNvCxnSpPr>
            <a:stCxn xmlns:a="http://schemas.openxmlformats.org/drawingml/2006/main" id="270" idx="1"/>
          </p:cNvCxnSpPr>
          <p:nvPr/>
        </p:nvCxnSpPr>
        <p:spPr>
          <a:xfrm xmlns:a="http://schemas.openxmlformats.org/drawingml/2006/main" rot="10800000">
            <a:off x="5854875" y="2471550"/>
            <a:ext cx="82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72" name="Google Shape;272;p49">
            <a:extLst xmlns:a="http://schemas.openxmlformats.org/drawingml/2006/main">
              <a:ext uri="{FF2B5EF4-FFF2-40B4-BE49-F238E27FC236}">
                <a16:creationId xmlns:a16="http://schemas.microsoft.com/office/drawing/2014/main" id="{024CC2D2-12B4-43CE-A9BF-43061B1F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375" y="3134650"/>
            <a:ext cx="215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2"/>
                </a:solidFill>
                <a:latin typeface="Instrument Serif"/>
                <a:ea typeface="Instrument Serif"/>
                <a:cs typeface="Instrument Serif"/>
              </a:rPr>
              <a:t>templates, images, starter files</a:t>
            </a:r>
            <a:endParaRPr b="1">
              <a:solidFill>
                <a:schemeClr val="dk2"/>
              </a:solidFill>
              <a:latin typeface="Instrument Serif"/>
              <a:ea typeface="Instrument Serif"/>
              <a:cs typeface="Instrument Serif"/>
            </a:endParaRPr>
          </a:p>
        </p:txBody>
      </p:sp>
      <p:cxnSp>
        <p:nvCxnSpPr>
          <p:cNvPr id="284" name="Google Shape;273;p49"/>
          <p:cNvCxnSpPr>
            <a:stCxn xmlns:a="http://schemas.openxmlformats.org/drawingml/2006/main" id="272" idx="1"/>
          </p:cNvCxnSpPr>
          <p:nvPr/>
        </p:nvCxnSpPr>
        <p:spPr>
          <a:xfrm xmlns:a="http://schemas.openxmlformats.org/drawingml/2006/main" rot="10800000">
            <a:off x="5854875" y="3334750"/>
            <a:ext cx="82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1721303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Google Shape;278;p50">
            <a:extLst xmlns:a="http://schemas.openxmlformats.org/drawingml/2006/main">
              <a:ext uri="{FF2B5EF4-FFF2-40B4-BE49-F238E27FC236}">
                <a16:creationId xmlns:a16="http://schemas.microsoft.com/office/drawing/2014/main" id="{FAD397B9-C102-40BF-8FA8-1C95B2109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A real skill file</a:t>
            </a:r>
            <a:endParaRPr sz="2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instructions behind the behavior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106625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51">
            <a:extLst xmlns:a="http://schemas.openxmlformats.org/drawingml/2006/main">
              <a:ext uri="{FF2B5EF4-FFF2-40B4-BE49-F238E27FC236}">
                <a16:creationId xmlns:a16="http://schemas.microsoft.com/office/drawing/2014/main" id="{22BAD913-9D80-4389-95B3-7805C1393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70692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Let’s build a design QA skill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51259235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52">
            <a:extLst xmlns:a="http://schemas.openxmlformats.org/drawingml/2006/main">
              <a:ext uri="{FF2B5EF4-FFF2-40B4-BE49-F238E27FC236}">
                <a16:creationId xmlns:a16="http://schemas.microsoft.com/office/drawing/2014/main" id="{0188CB4F-40ED-4026-A7BD-BC24BB26C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design QA exercise</a:t>
            </a:r>
            <a:endParaRPr/>
          </a:p>
        </p:txBody>
      </p:sp>
      <p:sp>
        <p:nvSpPr>
          <p:cNvPr id="289" name="Google Shape;289;p52">
            <a:extLst xmlns:a="http://schemas.openxmlformats.org/drawingml/2006/main">
              <a:ext uri="{FF2B5EF4-FFF2-40B4-BE49-F238E27FC236}">
                <a16:creationId xmlns:a16="http://schemas.microsoft.com/office/drawing/2014/main" id="{07E16FF0-385C-4D52-A656-093EFE4E1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Compare a rendered screen with its reference</a:t>
            </a:r>
            <a:endParaRPr/>
          </a:p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Show the differences you can verify</a:t>
            </a:r>
            <a:endParaRPr/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Improve the instructions across three versions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081870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Google Shape;294;p53">
            <a:extLst xmlns:a="http://schemas.openxmlformats.org/drawingml/2006/main">
              <a:ext uri="{FF2B5EF4-FFF2-40B4-BE49-F238E27FC236}">
                <a16:creationId xmlns:a16="http://schemas.microsoft.com/office/drawing/2014/main" id="{DF0E13CA-0CF5-4D48-A263-1A7E29555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Let’s one-shot this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200"/>
              <a:t>Create, run, and review version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92443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" name="Google Shape;299;p54">
            <a:extLst xmlns:a="http://schemas.openxmlformats.org/drawingml/2006/main">
              <a:ext uri="{FF2B5EF4-FFF2-40B4-BE49-F238E27FC236}">
                <a16:creationId xmlns:a16="http://schemas.microsoft.com/office/drawing/2014/main" id="{C1F212BF-3688-4C0F-9CBC-4CD6DA077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Version 2: teach your process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862242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Google Shape;304;p55">
            <a:extLst xmlns:a="http://schemas.openxmlformats.org/drawingml/2006/main">
              <a:ext uri="{FF2B5EF4-FFF2-40B4-BE49-F238E27FC236}">
                <a16:creationId xmlns:a16="http://schemas.microsoft.com/office/drawing/2014/main" id="{EE118217-A4CF-42AA-A1AD-34826224F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48387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>Advise your intern</a:t>
            </a:r>
            <a:endParaRPr/>
          </a:p>
        </p:txBody>
      </p:sp>
      <p:sp>
        <p:nvSpPr>
          <p:cNvPr id="305" name="Google Shape;305;p55">
            <a:extLst xmlns:a="http://schemas.openxmlformats.org/drawingml/2006/main">
              <a:ext uri="{FF2B5EF4-FFF2-40B4-BE49-F238E27FC236}">
                <a16:creationId xmlns:a16="http://schemas.microsoft.com/office/drawing/2014/main" id="{39894152-FC3E-4964-8824-910F0E6FC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Explain the checks you normally leave unsaid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016782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0" name="Google Shape;310;p56">
            <a:extLst xmlns:a="http://schemas.openxmlformats.org/drawingml/2006/main">
              <a:ext uri="{FF2B5EF4-FFF2-40B4-BE49-F238E27FC236}">
                <a16:creationId xmlns:a16="http://schemas.microsoft.com/office/drawing/2014/main" id="{2177FBC5-B4AE-4FD1-9288-A8979CD925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48387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>Watch me work</a:t>
            </a:r>
            <a:endParaRPr/>
          </a:p>
        </p:txBody>
      </p:sp>
      <p:sp>
        <p:nvSpPr>
          <p:cNvPr id="311" name="Google Shape;311;p56">
            <a:extLst xmlns:a="http://schemas.openxmlformats.org/drawingml/2006/main">
              <a:ext uri="{FF2B5EF4-FFF2-40B4-BE49-F238E27FC236}">
                <a16:creationId xmlns:a16="http://schemas.microsoft.com/office/drawing/2014/main" id="{979865D2-29C2-44F4-9D12-DCDF4023A4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Demonstrate one comparison, then extract the method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57639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2" name="Google Shape;322;p58">
            <a:extLst xmlns:a="http://schemas.openxmlformats.org/drawingml/2006/main">
              <a:ext uri="{FF2B5EF4-FFF2-40B4-BE49-F238E27FC236}">
                <a16:creationId xmlns:a16="http://schemas.microsoft.com/office/drawing/2014/main" id="{ED83139C-39FA-4875-8A89-551E302528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Review the checklist before running version 2</a:t>
            </a:r>
            <a:endParaRPr/>
          </a:p>
        </p:txBody>
      </p:sp>
      <p:sp>
        <p:nvSpPr>
          <p:cNvPr id="323" name="Google Shape;323;p58">
            <a:extLst xmlns:a="http://schemas.openxmlformats.org/drawingml/2006/main">
              <a:ext uri="{FF2B5EF4-FFF2-40B4-BE49-F238E27FC236}">
                <a16:creationId xmlns:a16="http://schemas.microsoft.com/office/drawing/2014/main" id="{DB58B20C-799C-4020-AA5C-8E38338E4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List ’em first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345864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8" name="Google Shape;328;p59">
            <a:extLst xmlns:a="http://schemas.openxmlformats.org/drawingml/2006/main">
              <a:ext uri="{FF2B5EF4-FFF2-40B4-BE49-F238E27FC236}">
                <a16:creationId xmlns:a16="http://schemas.microsoft.com/office/drawing/2014/main" id="{81DD182A-1ABC-43F1-87E8-C78FA0E8B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Version 3: make it reusable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888840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p57">
            <a:extLst xmlns:a="http://schemas.openxmlformats.org/drawingml/2006/main">
              <a:ext uri="{FF2B5EF4-FFF2-40B4-BE49-F238E27FC236}">
                <a16:creationId xmlns:a16="http://schemas.microsoft.com/office/drawing/2014/main" id="{8BA952C6-820D-4E63-85C5-61FB53EA78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Anti-patterns</a:t>
            </a:r>
            <a:endParaRPr/>
          </a:p>
        </p:txBody>
      </p:sp>
      <p:sp>
        <p:nvSpPr>
          <p:cNvPr id="317" name="Google Shape;317;p57">
            <a:extLst xmlns:a="http://schemas.openxmlformats.org/drawingml/2006/main">
              <a:ext uri="{FF2B5EF4-FFF2-40B4-BE49-F238E27FC236}">
                <a16:creationId xmlns:a16="http://schemas.microsoft.com/office/drawing/2014/main" id="{650CD899-7936-440B-A658-6E0169E62D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Show a mistake and teach the replacement behavior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268212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Google Shape;333;p60">
            <a:extLst xmlns:a="http://schemas.openxmlformats.org/drawingml/2006/main">
              <a:ext uri="{FF2B5EF4-FFF2-40B4-BE49-F238E27FC236}">
                <a16:creationId xmlns:a16="http://schemas.microsoft.com/office/drawing/2014/main" id="{C1A6A524-3305-4BA9-AE96-CF95683C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When should this skill run?</a:t>
            </a:r>
            <a:endParaRPr/>
          </a:p>
        </p:txBody>
      </p:sp>
      <p:sp>
        <p:nvSpPr>
          <p:cNvPr id="334" name="Google Shape;334;p60">
            <a:extLst xmlns:a="http://schemas.openxmlformats.org/drawingml/2006/main">
              <a:ext uri="{FF2B5EF4-FFF2-40B4-BE49-F238E27FC236}">
                <a16:creationId xmlns:a16="http://schemas.microsoft.com/office/drawing/2014/main" id="{60FAC50B-2172-4119-BF1B-D951B0BC1D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Choose an explicit request or a matching task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445355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Google Shape;339;p61">
            <a:extLst xmlns:a="http://schemas.openxmlformats.org/drawingml/2006/main">
              <a:ext uri="{FF2B5EF4-FFF2-40B4-BE49-F238E27FC236}">
                <a16:creationId xmlns:a16="http://schemas.microsoft.com/office/drawing/2014/main" id="{EC2C8B3B-CD46-4D11-B625-EFCBA512A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main steps and the references</a:t>
            </a:r>
            <a:endParaRPr/>
          </a:p>
        </p:txBody>
      </p:sp>
      <p:sp>
        <p:nvSpPr>
          <p:cNvPr id="340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44A57865-5DF1-4C1A-85D5-C25F737B0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Keep the workflow clear and link detail where it is needed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010653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Google Shape;345;p62">
            <a:extLst xmlns:a="http://schemas.openxmlformats.org/drawingml/2006/main">
              <a:ext uri="{FF2B5EF4-FFF2-40B4-BE49-F238E27FC236}">
                <a16:creationId xmlns:a16="http://schemas.microsoft.com/office/drawing/2014/main" id="{ECD5D268-107B-4F86-8E84-6A8F7B0DB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Steer and prune</a:t>
            </a:r>
            <a:endParaRPr/>
          </a:p>
        </p:txBody>
      </p:sp>
      <p:sp>
        <p:nvSpPr>
          <p:cNvPr id="346" name="Google Shape;346;p62">
            <a:extLst xmlns:a="http://schemas.openxmlformats.org/drawingml/2006/main">
              <a:ext uri="{FF2B5EF4-FFF2-40B4-BE49-F238E27FC236}">
                <a16:creationId xmlns:a16="http://schemas.microsoft.com/office/drawing/2014/main" id="{29CE2680-E929-42FA-B69B-68C73292A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Keep the instructions that change the behavior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832100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51">
            <a:extLst xmlns:a="http://schemas.openxmlformats.org/drawingml/2006/main">
              <a:ext uri="{FF2B5EF4-FFF2-40B4-BE49-F238E27FC236}">
                <a16:creationId xmlns:a16="http://schemas.microsoft.com/office/drawing/2014/main" id="{22BAD913-9D80-4389-95B3-7805C1393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70692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What will you teach your skill next?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51259235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2026-09-08T19:57:46.8560000Z</dcterms:created>
  <dcterms:modified xsi:type="dcterms:W3CDTF">2026-09-08T19:57:46.8560000Z</dcterms:modified>
</coreProperties>
</file>